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 snapToObjects="1">
      <p:cViewPr varScale="1">
        <p:scale>
          <a:sx n="60" d="100"/>
          <a:sy n="60" d="100"/>
        </p:scale>
        <p:origin x="8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B6AD-EC6C-2E4F-8E12-AE2FA1CB6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0EC31-3BE7-1D4A-9B75-2DFB0F147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AB2E2-1596-634E-A9DB-546DD060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98490-4B9C-E143-BEAB-92D954BA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47FE6-D5F3-CA40-9F94-F2FB4040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8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8302-4B69-AF4B-839F-FC2011DF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82346-0A7D-344D-A2C9-DCAEE838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C55DA-9C60-0F47-B0DE-9C22C74A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70CA9-3D37-5B4F-A422-7C481E3E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2F54-0873-D148-9254-5CFCBE19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122F-3218-7547-AE42-FAC56371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ABFC5-7599-B343-8BD7-FCC9473FE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E83F-3C20-064C-AD4B-76548196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E5CB2-AA94-A742-AB5A-AFEA4B15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2D9F-9EF7-1046-B733-BBE6A577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6B28-033C-AE47-A09C-9D814A6F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CC49-DD88-B544-A328-29B7CDCCE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D06ED-2EC4-5B49-AC03-E03E0B7B9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815FE-EE7F-FE45-954B-E5C43300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F0CFC-D015-3544-97A8-0C50AB86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BE538-96B7-EF4F-A72C-15E3BC1C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5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EDAB-DE26-4444-B1F8-9C3272655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AEB04-A420-FF44-A7E4-BA1AC50B1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D42F1-CB6C-2C45-9125-CA9A58458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C4F8C-C834-4A4D-B520-D84DE2273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E1A46-744C-3544-8176-229E33056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17056-FE14-DC49-98F1-52173291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C5A4F-F84C-BC46-AD66-AE6D5682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6CD3C-D110-9E42-B7C5-65328FD8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6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FD36-B741-B24D-BEFC-7C1F05AD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CFB12-4F49-4B45-AA73-16636A6A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5798F-7875-AB44-A12B-22BC0504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1CF0C-502C-E445-A6E2-7E5996DD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1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9DED5B-A2FA-1A4E-ADDE-8D16F985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3D8E2-89EF-B74E-AC14-85966A53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C958E-3318-F648-9ADD-7E8B237A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2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2A9E-0619-5348-A9CF-EC180518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AF3FC-FD2F-B04E-B604-181BBB7D8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1B5A6-80F4-1D48-A209-2C35E629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33A22-A671-DC4E-8247-938E0D31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C6998-49DC-504A-800E-3D51B5E6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4EA02-23DD-A743-B228-1DEBA795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8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F4B1-FA89-D840-8CBF-000C6E4E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69494-3674-1D41-AB0B-9CCACE783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C3F91-D97B-1A40-828C-889DA6A9C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458E7-46DC-5C46-A6E9-EA42485E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BB5C5-6628-CA49-8452-E853668A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02E89-CA10-3E4E-A307-AF46C3D7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A227-A1CE-3B4E-96D2-A3B9CA8D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46CC0-5653-8D4E-9054-CD22A6360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BFDBA-3FB9-944C-B80A-920D4056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790E2-A370-AA4A-AC22-20BDD5AF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E1F26-E9D4-C44E-9E5B-BCE78F14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4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4F2C1-658E-8F48-B204-51A7CAD52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22169-2893-2348-AC69-643A01CD7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FCDD-C881-3C4F-BADF-B1801C30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4BA1C-E8F1-7D44-BC4A-8ECD5ED1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985C4-4FA7-AD41-9E24-125E4C66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CDBAA3-A954-AE46-BD6A-581F404D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65E99-0AF9-634F-9077-01389C720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63CF-2B1E-214A-AA14-BF2157A81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5F6F5-B078-F642-B204-315450DC5298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13AD6-75A7-2D48-8C58-C84240EC1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E3342-E02F-4549-BE2A-C2EED4066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6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95A36B-AAC1-504E-95F1-2900C66F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8" t="23820" r="3458" b="23820"/>
          <a:stretch/>
        </p:blipFill>
        <p:spPr>
          <a:xfrm>
            <a:off x="0" y="382772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7621E-09B6-E640-9326-E8028323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3" y="2241697"/>
            <a:ext cx="3582159" cy="3582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A73822-C10C-034C-9C03-11F9BE1C7F59}"/>
              </a:ext>
            </a:extLst>
          </p:cNvPr>
          <p:cNvSpPr txBox="1"/>
          <p:nvPr/>
        </p:nvSpPr>
        <p:spPr>
          <a:xfrm>
            <a:off x="2117272" y="6017763"/>
            <a:ext cx="795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itchFamily="2" charset="77"/>
                <a:cs typeface="Poppins" pitchFamily="2" charset="77"/>
              </a:rPr>
              <a:t>CEO SUITES</a:t>
            </a:r>
          </a:p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Indonesia Stock Exchange</a:t>
            </a:r>
          </a:p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17</a:t>
            </a:r>
            <a:r>
              <a:rPr lang="en-US" sz="1200" baseline="30000" dirty="0">
                <a:latin typeface="Poppins" pitchFamily="2" charset="77"/>
                <a:cs typeface="Poppins" pitchFamily="2" charset="77"/>
              </a:rPr>
              <a:t>th </a:t>
            </a:r>
            <a:r>
              <a:rPr lang="en-US" sz="1200" dirty="0">
                <a:latin typeface="Poppins" pitchFamily="2" charset="77"/>
                <a:cs typeface="Poppins" pitchFamily="2" charset="77"/>
              </a:rPr>
              <a:t>Floor, Jl. </a:t>
            </a:r>
            <a:r>
              <a:rPr lang="en-US" sz="1200" dirty="0" err="1">
                <a:latin typeface="Poppins" pitchFamily="2" charset="77"/>
                <a:cs typeface="Poppins" pitchFamily="2" charset="77"/>
              </a:rPr>
              <a:t>Jend</a:t>
            </a:r>
            <a:r>
              <a:rPr lang="en-US" sz="1200" dirty="0">
                <a:latin typeface="Poppins" pitchFamily="2" charset="77"/>
                <a:cs typeface="Poppins" pitchFamily="2" charset="77"/>
              </a:rPr>
              <a:t>. Sudirman </a:t>
            </a:r>
            <a:r>
              <a:rPr lang="en-US" sz="1200" dirty="0" err="1">
                <a:latin typeface="Poppins" pitchFamily="2" charset="77"/>
                <a:cs typeface="Poppins" pitchFamily="2" charset="77"/>
              </a:rPr>
              <a:t>Kav</a:t>
            </a:r>
            <a:r>
              <a:rPr lang="en-US" sz="1200" dirty="0">
                <a:latin typeface="Poppins" pitchFamily="2" charset="77"/>
                <a:cs typeface="Poppins" pitchFamily="2" charset="77"/>
              </a:rPr>
              <a:t>. 52-53, Jakarta 12190, Indonesia</a:t>
            </a:r>
          </a:p>
        </p:txBody>
      </p:sp>
    </p:spTree>
    <p:extLst>
      <p:ext uri="{BB962C8B-B14F-4D97-AF65-F5344CB8AC3E}">
        <p14:creationId xmlns:p14="http://schemas.microsoft.com/office/powerpoint/2010/main" val="287966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2EC73-68B0-5D47-9DAF-2754F6BCE7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733" b="27006"/>
          <a:stretch/>
        </p:blipFill>
        <p:spPr>
          <a:xfrm>
            <a:off x="10395126" y="5901265"/>
            <a:ext cx="1379448" cy="65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AB475-00E2-7240-B2F5-500BDAC6D201}"/>
              </a:ext>
            </a:extLst>
          </p:cNvPr>
          <p:cNvSpPr txBox="1"/>
          <p:nvPr/>
        </p:nvSpPr>
        <p:spPr>
          <a:xfrm>
            <a:off x="628650" y="476250"/>
            <a:ext cx="6532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" pitchFamily="2" charset="77"/>
                <a:cs typeface="Poppins" pitchFamily="2" charset="77"/>
              </a:rPr>
              <a:t>Logo Philosophy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FB9AFB-4C1A-4748-86B5-193ACB3D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659" y="-131241"/>
            <a:ext cx="2072574" cy="20725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C3F415-0166-904D-B6FE-50FF68F8B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40" y="2174031"/>
            <a:ext cx="1189305" cy="1405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4F1544-0051-374F-BF3D-EE6346DA074A}"/>
              </a:ext>
            </a:extLst>
          </p:cNvPr>
          <p:cNvSpPr txBox="1"/>
          <p:nvPr/>
        </p:nvSpPr>
        <p:spPr>
          <a:xfrm>
            <a:off x="377511" y="3845617"/>
            <a:ext cx="16165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Progress &amp; Process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Learning is a constant process of discovery, process without end.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112BE5-3500-C94D-AE46-B19A1B80D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009" y="2174032"/>
            <a:ext cx="1189305" cy="14055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FF4435-AC07-DD44-8C7A-9E8E067D7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578" y="2174231"/>
            <a:ext cx="1189136" cy="140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3A95A6-D383-2746-BBE0-0BE0B2012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378" y="2174231"/>
            <a:ext cx="1189136" cy="14053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444A64-38B8-184F-BA36-000015C4C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80" y="2174232"/>
            <a:ext cx="779737" cy="9215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5F6680-BBAB-B44C-B219-AC57F9B9DF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440" y="2174231"/>
            <a:ext cx="1189136" cy="14053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B42DE89-3062-2B48-968B-7E4EFBC84CA1}"/>
              </a:ext>
            </a:extLst>
          </p:cNvPr>
          <p:cNvSpPr txBox="1"/>
          <p:nvPr/>
        </p:nvSpPr>
        <p:spPr>
          <a:xfrm>
            <a:off x="2174021" y="3845617"/>
            <a:ext cx="1616542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Letter C Outside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The first letters of Founder’s name “</a:t>
            </a:r>
            <a:r>
              <a:rPr lang="en-ID" sz="1050" b="1" dirty="0">
                <a:latin typeface="Poppins" pitchFamily="2" charset="77"/>
                <a:cs typeface="Poppins" pitchFamily="2" charset="77"/>
              </a:rPr>
              <a:t>C</a:t>
            </a:r>
            <a:r>
              <a:rPr lang="en-ID" sz="1050" dirty="0">
                <a:latin typeface="Poppins" pitchFamily="2" charset="77"/>
                <a:cs typeface="Poppins" pitchFamily="2" charset="77"/>
              </a:rPr>
              <a:t>K Song” 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0B63CE-5F07-9643-A6DF-4DB08953EE96}"/>
              </a:ext>
            </a:extLst>
          </p:cNvPr>
          <p:cNvSpPr txBox="1"/>
          <p:nvPr/>
        </p:nvSpPr>
        <p:spPr>
          <a:xfrm>
            <a:off x="4128390" y="3845617"/>
            <a:ext cx="161654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Letter C</a:t>
            </a:r>
          </a:p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Inside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The first letters of word “</a:t>
            </a:r>
            <a:r>
              <a:rPr lang="en-ID" sz="1050" b="1" dirty="0">
                <a:latin typeface="Poppins" pitchFamily="2" charset="77"/>
                <a:cs typeface="Poppins" pitchFamily="2" charset="77"/>
              </a:rPr>
              <a:t>C</a:t>
            </a:r>
            <a:r>
              <a:rPr lang="en-ID" sz="1050" dirty="0">
                <a:latin typeface="Poppins" pitchFamily="2" charset="77"/>
                <a:cs typeface="Poppins" pitchFamily="2" charset="77"/>
              </a:rPr>
              <a:t>oaching"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B763EB-6913-F04E-86F4-606D23632518}"/>
              </a:ext>
            </a:extLst>
          </p:cNvPr>
          <p:cNvSpPr txBox="1"/>
          <p:nvPr/>
        </p:nvSpPr>
        <p:spPr>
          <a:xfrm>
            <a:off x="6082675" y="3845617"/>
            <a:ext cx="161654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Letter G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The first letters of word “</a:t>
            </a:r>
            <a:r>
              <a:rPr lang="en-ID" sz="1050" b="1" dirty="0">
                <a:latin typeface="Poppins" pitchFamily="2" charset="77"/>
                <a:cs typeface="Poppins" pitchFamily="2" charset="77"/>
              </a:rPr>
              <a:t>G</a:t>
            </a:r>
            <a:r>
              <a:rPr lang="en-ID" sz="1050" dirty="0">
                <a:latin typeface="Poppins" pitchFamily="2" charset="77"/>
                <a:cs typeface="Poppins" pitchFamily="2" charset="77"/>
              </a:rPr>
              <a:t>roup”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E216D8-3F5A-AB40-A475-8686A55A059C}"/>
              </a:ext>
            </a:extLst>
          </p:cNvPr>
          <p:cNvSpPr txBox="1"/>
          <p:nvPr/>
        </p:nvSpPr>
        <p:spPr>
          <a:xfrm>
            <a:off x="8036875" y="3845617"/>
            <a:ext cx="161654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Goal &amp; Target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“If the target seems difficult to achieve, don't change the target but change the way you achieve it.”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CD53F1-5153-5E49-BE32-4D64368EF7A1}"/>
              </a:ext>
            </a:extLst>
          </p:cNvPr>
          <p:cNvSpPr txBox="1"/>
          <p:nvPr/>
        </p:nvSpPr>
        <p:spPr>
          <a:xfrm>
            <a:off x="9991077" y="3845617"/>
            <a:ext cx="1616542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Group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People who have the same background, passion, and goals.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E52304-CE1F-CF43-BCF2-CADBA0733D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3985" y="3179816"/>
            <a:ext cx="631266" cy="49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24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05EB0-B7AF-384A-A839-E493430B6E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51" t="1376" r="29851" b="37054"/>
          <a:stretch/>
        </p:blipFill>
        <p:spPr>
          <a:xfrm>
            <a:off x="6932427" y="1821653"/>
            <a:ext cx="5259573" cy="5036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52EC73-68B0-5D47-9DAF-2754F6BCE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733" b="27006"/>
          <a:stretch/>
        </p:blipFill>
        <p:spPr>
          <a:xfrm>
            <a:off x="10395126" y="5901265"/>
            <a:ext cx="1379448" cy="65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AB475-00E2-7240-B2F5-500BDAC6D201}"/>
              </a:ext>
            </a:extLst>
          </p:cNvPr>
          <p:cNvSpPr txBox="1"/>
          <p:nvPr/>
        </p:nvSpPr>
        <p:spPr>
          <a:xfrm>
            <a:off x="628650" y="476250"/>
            <a:ext cx="6532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" pitchFamily="2" charset="77"/>
                <a:cs typeface="Poppins" pitchFamily="2" charset="77"/>
              </a:rPr>
              <a:t>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47812-07EA-E647-B362-464B8B9BD899}"/>
              </a:ext>
            </a:extLst>
          </p:cNvPr>
          <p:cNvSpPr txBox="1"/>
          <p:nvPr/>
        </p:nvSpPr>
        <p:spPr>
          <a:xfrm>
            <a:off x="628650" y="1406154"/>
            <a:ext cx="9239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/>
              <a:t>Lorem ipsum </a:t>
            </a:r>
            <a:r>
              <a:rPr lang="en-ID" sz="2000" dirty="0" err="1"/>
              <a:t>dolor</a:t>
            </a:r>
            <a:r>
              <a:rPr lang="en-ID" sz="2000" dirty="0"/>
              <a:t> sit </a:t>
            </a:r>
            <a:r>
              <a:rPr lang="en-ID" sz="2000" dirty="0" err="1"/>
              <a:t>amet</a:t>
            </a:r>
            <a:r>
              <a:rPr lang="en-ID" sz="2000" dirty="0"/>
              <a:t>, </a:t>
            </a:r>
            <a:r>
              <a:rPr lang="en-ID" sz="2000" dirty="0" err="1"/>
              <a:t>consectetur</a:t>
            </a:r>
            <a:r>
              <a:rPr lang="en-ID" sz="2000" dirty="0"/>
              <a:t> </a:t>
            </a:r>
            <a:r>
              <a:rPr lang="en-ID" sz="2000" dirty="0" err="1"/>
              <a:t>adipisicing</a:t>
            </a:r>
            <a:r>
              <a:rPr lang="en-ID" sz="2000" dirty="0"/>
              <a:t> </a:t>
            </a:r>
            <a:r>
              <a:rPr lang="en-ID" sz="2000" dirty="0" err="1"/>
              <a:t>elit</a:t>
            </a:r>
            <a:r>
              <a:rPr lang="en-ID" sz="2000" dirty="0"/>
              <a:t>, </a:t>
            </a:r>
            <a:r>
              <a:rPr lang="en-ID" sz="2000" dirty="0" err="1"/>
              <a:t>sed</a:t>
            </a:r>
            <a:r>
              <a:rPr lang="en-ID" sz="2000" dirty="0"/>
              <a:t> do </a:t>
            </a:r>
            <a:r>
              <a:rPr lang="en-ID" sz="2000" dirty="0" err="1"/>
              <a:t>eiusmod</a:t>
            </a:r>
            <a:r>
              <a:rPr lang="en-ID" sz="2000" dirty="0"/>
              <a:t> </a:t>
            </a:r>
            <a:r>
              <a:rPr lang="en-ID" sz="2000" dirty="0" err="1"/>
              <a:t>tempor</a:t>
            </a:r>
            <a:r>
              <a:rPr lang="en-ID" sz="2000" dirty="0"/>
              <a:t> </a:t>
            </a:r>
            <a:r>
              <a:rPr lang="en-ID" sz="2000" dirty="0" err="1"/>
              <a:t>incididunt</a:t>
            </a:r>
            <a:r>
              <a:rPr lang="en-ID" sz="2000" dirty="0"/>
              <a:t>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labore</a:t>
            </a:r>
            <a:r>
              <a:rPr lang="en-ID" sz="2000" dirty="0"/>
              <a:t> et dolore magna </a:t>
            </a:r>
            <a:r>
              <a:rPr lang="en-ID" sz="2000" dirty="0" err="1"/>
              <a:t>aliqua</a:t>
            </a:r>
            <a:r>
              <a:rPr lang="en-ID" sz="2000" dirty="0"/>
              <a:t>. Ut </a:t>
            </a:r>
            <a:r>
              <a:rPr lang="en-ID" sz="2000" dirty="0" err="1"/>
              <a:t>enim</a:t>
            </a:r>
            <a:r>
              <a:rPr lang="en-ID" sz="2000" dirty="0"/>
              <a:t> ad minim </a:t>
            </a:r>
            <a:r>
              <a:rPr lang="en-ID" sz="2000" dirty="0" err="1"/>
              <a:t>veniam</a:t>
            </a:r>
            <a:r>
              <a:rPr lang="en-ID" sz="2000" dirty="0"/>
              <a:t>, </a:t>
            </a:r>
            <a:r>
              <a:rPr lang="en-ID" sz="2000" dirty="0" err="1"/>
              <a:t>quis</a:t>
            </a:r>
            <a:r>
              <a:rPr lang="en-ID" sz="2000" dirty="0"/>
              <a:t> </a:t>
            </a:r>
            <a:r>
              <a:rPr lang="en-ID" sz="2000" dirty="0" err="1"/>
              <a:t>nostrud</a:t>
            </a:r>
            <a:r>
              <a:rPr lang="en-ID" sz="2000" dirty="0"/>
              <a:t> exercitation </a:t>
            </a:r>
            <a:r>
              <a:rPr lang="en-ID" sz="2000" dirty="0" err="1"/>
              <a:t>ullamco</a:t>
            </a:r>
            <a:r>
              <a:rPr lang="en-ID" sz="2000" dirty="0"/>
              <a:t> </a:t>
            </a:r>
            <a:r>
              <a:rPr lang="en-ID" sz="2000" dirty="0" err="1"/>
              <a:t>laboris</a:t>
            </a:r>
            <a:r>
              <a:rPr lang="en-ID" sz="2000" dirty="0"/>
              <a:t> nisi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aliquip</a:t>
            </a:r>
            <a:r>
              <a:rPr lang="en-ID" sz="2000" dirty="0"/>
              <a:t> ex </a:t>
            </a:r>
            <a:r>
              <a:rPr lang="en-ID" sz="2000" dirty="0" err="1"/>
              <a:t>ea</a:t>
            </a:r>
            <a:r>
              <a:rPr lang="en-ID" sz="2000" dirty="0"/>
              <a:t> </a:t>
            </a:r>
            <a:r>
              <a:rPr lang="en-ID" sz="2000" dirty="0" err="1"/>
              <a:t>commodo</a:t>
            </a:r>
            <a:r>
              <a:rPr lang="en-ID" sz="2000" dirty="0"/>
              <a:t> </a:t>
            </a:r>
            <a:r>
              <a:rPr lang="en-ID" sz="2000" dirty="0" err="1"/>
              <a:t>consequat</a:t>
            </a:r>
            <a:r>
              <a:rPr lang="en-ID" sz="2000" dirty="0"/>
              <a:t>. Duis </a:t>
            </a:r>
            <a:r>
              <a:rPr lang="en-ID" sz="2000" dirty="0" err="1"/>
              <a:t>aute</a:t>
            </a:r>
            <a:r>
              <a:rPr lang="en-ID" sz="2000" dirty="0"/>
              <a:t> </a:t>
            </a:r>
            <a:r>
              <a:rPr lang="en-ID" sz="2000" dirty="0" err="1"/>
              <a:t>irure</a:t>
            </a:r>
            <a:r>
              <a:rPr lang="en-ID" sz="2000" dirty="0"/>
              <a:t> </a:t>
            </a:r>
            <a:r>
              <a:rPr lang="en-ID" sz="2000" dirty="0" err="1"/>
              <a:t>dolor</a:t>
            </a:r>
            <a:r>
              <a:rPr lang="en-ID" sz="2000" dirty="0"/>
              <a:t> in </a:t>
            </a:r>
            <a:r>
              <a:rPr lang="en-ID" sz="2000" dirty="0" err="1"/>
              <a:t>reprehenderit</a:t>
            </a:r>
            <a:r>
              <a:rPr lang="en-ID" sz="2000" dirty="0"/>
              <a:t> in </a:t>
            </a:r>
            <a:r>
              <a:rPr lang="en-ID" sz="2000" dirty="0" err="1"/>
              <a:t>voluptate</a:t>
            </a:r>
            <a:r>
              <a:rPr lang="en-ID" sz="2000" dirty="0"/>
              <a:t> </a:t>
            </a:r>
            <a:r>
              <a:rPr lang="en-ID" sz="2000" dirty="0" err="1"/>
              <a:t>velit</a:t>
            </a:r>
            <a:r>
              <a:rPr lang="en-ID" sz="2000" dirty="0"/>
              <a:t> </a:t>
            </a:r>
            <a:r>
              <a:rPr lang="en-ID" sz="2000" dirty="0" err="1"/>
              <a:t>esse</a:t>
            </a:r>
            <a:r>
              <a:rPr lang="en-ID" sz="2000" dirty="0"/>
              <a:t> </a:t>
            </a:r>
            <a:r>
              <a:rPr lang="en-ID" sz="2000" dirty="0" err="1"/>
              <a:t>cillum</a:t>
            </a:r>
            <a:r>
              <a:rPr lang="en-ID" sz="2000" dirty="0"/>
              <a:t> dolore </a:t>
            </a:r>
            <a:r>
              <a:rPr lang="en-ID" sz="2000" dirty="0" err="1"/>
              <a:t>eu</a:t>
            </a:r>
            <a:r>
              <a:rPr lang="en-ID" sz="2000" dirty="0"/>
              <a:t> </a:t>
            </a:r>
            <a:r>
              <a:rPr lang="en-ID" sz="2000" dirty="0" err="1"/>
              <a:t>fugiat</a:t>
            </a:r>
            <a:r>
              <a:rPr lang="en-ID" sz="2000" dirty="0"/>
              <a:t> </a:t>
            </a:r>
            <a:r>
              <a:rPr lang="en-ID" sz="2000" dirty="0" err="1"/>
              <a:t>nulla</a:t>
            </a:r>
            <a:r>
              <a:rPr lang="en-ID" sz="2000" dirty="0"/>
              <a:t> </a:t>
            </a:r>
            <a:r>
              <a:rPr lang="en-ID" sz="2000" dirty="0" err="1"/>
              <a:t>pariatur</a:t>
            </a:r>
            <a:r>
              <a:rPr lang="en-ID" sz="2000" dirty="0"/>
              <a:t>. </a:t>
            </a:r>
            <a:r>
              <a:rPr lang="en-ID" sz="2000" dirty="0" err="1"/>
              <a:t>Excepteur</a:t>
            </a:r>
            <a:r>
              <a:rPr lang="en-ID" sz="2000" dirty="0"/>
              <a:t> </a:t>
            </a:r>
            <a:r>
              <a:rPr lang="en-ID" sz="2000" dirty="0" err="1"/>
              <a:t>sint</a:t>
            </a:r>
            <a:r>
              <a:rPr lang="en-ID" sz="2000" dirty="0"/>
              <a:t> </a:t>
            </a:r>
            <a:r>
              <a:rPr lang="en-ID" sz="2000" dirty="0" err="1"/>
              <a:t>occaecat</a:t>
            </a:r>
            <a:r>
              <a:rPr lang="en-ID" sz="2000" dirty="0"/>
              <a:t> </a:t>
            </a:r>
            <a:r>
              <a:rPr lang="en-ID" sz="2000" dirty="0" err="1"/>
              <a:t>cupidatat</a:t>
            </a:r>
            <a:r>
              <a:rPr lang="en-ID" sz="2000" dirty="0"/>
              <a:t> non </a:t>
            </a:r>
            <a:r>
              <a:rPr lang="en-ID" sz="2000" dirty="0" err="1"/>
              <a:t>proident</a:t>
            </a:r>
            <a:r>
              <a:rPr lang="en-ID" sz="2000" dirty="0"/>
              <a:t>, </a:t>
            </a:r>
            <a:r>
              <a:rPr lang="en-ID" sz="2000" dirty="0" err="1"/>
              <a:t>sunt</a:t>
            </a:r>
            <a:r>
              <a:rPr lang="en-ID" sz="2000" dirty="0"/>
              <a:t> in culpa qui </a:t>
            </a:r>
            <a:r>
              <a:rPr lang="en-ID" sz="2000" dirty="0" err="1"/>
              <a:t>officia</a:t>
            </a:r>
            <a:r>
              <a:rPr lang="en-ID" sz="2000" dirty="0"/>
              <a:t> </a:t>
            </a:r>
            <a:r>
              <a:rPr lang="en-ID" sz="2000" dirty="0" err="1"/>
              <a:t>deserunt</a:t>
            </a:r>
            <a:r>
              <a:rPr lang="en-ID" sz="2000" dirty="0"/>
              <a:t> </a:t>
            </a:r>
            <a:r>
              <a:rPr lang="en-ID" sz="2000" dirty="0" err="1"/>
              <a:t>mollit</a:t>
            </a:r>
            <a:r>
              <a:rPr lang="en-ID" sz="2000" dirty="0"/>
              <a:t> </a:t>
            </a:r>
            <a:r>
              <a:rPr lang="en-ID" sz="2000" dirty="0" err="1"/>
              <a:t>anim</a:t>
            </a:r>
            <a:r>
              <a:rPr lang="en-ID" sz="2000" dirty="0"/>
              <a:t> id </a:t>
            </a:r>
            <a:r>
              <a:rPr lang="en-ID" sz="2000" dirty="0" err="1"/>
              <a:t>est</a:t>
            </a:r>
            <a:r>
              <a:rPr lang="en-ID" sz="2000" dirty="0"/>
              <a:t> </a:t>
            </a:r>
            <a:r>
              <a:rPr lang="en-ID" sz="2000" dirty="0" err="1"/>
              <a:t>laborum</a:t>
            </a:r>
            <a:r>
              <a:rPr lang="en-ID" sz="2000" dirty="0"/>
              <a:t>.</a:t>
            </a:r>
            <a:endParaRPr lang="en-US" sz="200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7245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05EB0-B7AF-384A-A839-E493430B6E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51" t="1376" r="29851" b="37054"/>
          <a:stretch/>
        </p:blipFill>
        <p:spPr>
          <a:xfrm>
            <a:off x="6932427" y="1821653"/>
            <a:ext cx="5259573" cy="5036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52EC73-68B0-5D47-9DAF-2754F6BCE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733" b="27006"/>
          <a:stretch/>
        </p:blipFill>
        <p:spPr>
          <a:xfrm>
            <a:off x="10395126" y="5901265"/>
            <a:ext cx="1379448" cy="65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AB475-00E2-7240-B2F5-500BDAC6D201}"/>
              </a:ext>
            </a:extLst>
          </p:cNvPr>
          <p:cNvSpPr txBox="1"/>
          <p:nvPr/>
        </p:nvSpPr>
        <p:spPr>
          <a:xfrm>
            <a:off x="628650" y="476250"/>
            <a:ext cx="6532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" pitchFamily="2" charset="77"/>
                <a:cs typeface="Poppins" pitchFamily="2" charset="77"/>
              </a:rPr>
              <a:t>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47812-07EA-E647-B362-464B8B9BD899}"/>
              </a:ext>
            </a:extLst>
          </p:cNvPr>
          <p:cNvSpPr txBox="1"/>
          <p:nvPr/>
        </p:nvSpPr>
        <p:spPr>
          <a:xfrm>
            <a:off x="628650" y="1406154"/>
            <a:ext cx="49458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000" dirty="0"/>
              <a:t>Lorem ipsum </a:t>
            </a:r>
            <a:r>
              <a:rPr lang="en-ID" sz="2000" dirty="0" err="1"/>
              <a:t>dolor</a:t>
            </a:r>
            <a:r>
              <a:rPr lang="en-ID" sz="2000" dirty="0"/>
              <a:t> sit </a:t>
            </a:r>
            <a:r>
              <a:rPr lang="en-ID" sz="2000" dirty="0" err="1"/>
              <a:t>amet</a:t>
            </a:r>
            <a:r>
              <a:rPr lang="en-ID" sz="2000" dirty="0"/>
              <a:t>, </a:t>
            </a:r>
            <a:r>
              <a:rPr lang="en-ID" sz="2000" dirty="0" err="1"/>
              <a:t>consectetur</a:t>
            </a:r>
            <a:r>
              <a:rPr lang="en-ID" sz="2000" dirty="0"/>
              <a:t> </a:t>
            </a:r>
            <a:r>
              <a:rPr lang="en-ID" sz="2000" dirty="0" err="1"/>
              <a:t>adipisicing</a:t>
            </a:r>
            <a:r>
              <a:rPr lang="en-ID" sz="2000" dirty="0"/>
              <a:t> </a:t>
            </a:r>
            <a:r>
              <a:rPr lang="en-ID" sz="2000" dirty="0" err="1"/>
              <a:t>elit</a:t>
            </a:r>
            <a:r>
              <a:rPr lang="en-ID" sz="2000" dirty="0"/>
              <a:t>, </a:t>
            </a:r>
            <a:r>
              <a:rPr lang="en-ID" sz="2000" dirty="0" err="1"/>
              <a:t>sed</a:t>
            </a:r>
            <a:r>
              <a:rPr lang="en-ID" sz="2000" dirty="0"/>
              <a:t> do </a:t>
            </a:r>
            <a:r>
              <a:rPr lang="en-ID" sz="2000" dirty="0" err="1"/>
              <a:t>eiusmod</a:t>
            </a:r>
            <a:r>
              <a:rPr lang="en-ID" sz="2000" dirty="0"/>
              <a:t> </a:t>
            </a:r>
            <a:r>
              <a:rPr lang="en-ID" sz="2000" dirty="0" err="1"/>
              <a:t>tempor</a:t>
            </a:r>
            <a:r>
              <a:rPr lang="en-ID" sz="2000" dirty="0"/>
              <a:t> </a:t>
            </a:r>
            <a:r>
              <a:rPr lang="en-ID" sz="2000" dirty="0" err="1"/>
              <a:t>incididunt</a:t>
            </a:r>
            <a:r>
              <a:rPr lang="en-ID" sz="2000" dirty="0"/>
              <a:t>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labore</a:t>
            </a:r>
            <a:r>
              <a:rPr lang="en-ID" sz="2000" dirty="0"/>
              <a:t> et dolore magna </a:t>
            </a:r>
            <a:r>
              <a:rPr lang="en-ID" sz="2000" dirty="0" err="1"/>
              <a:t>aliqua</a:t>
            </a:r>
            <a:r>
              <a:rPr lang="en-ID" sz="2000" dirty="0"/>
              <a:t>. Ut </a:t>
            </a:r>
            <a:r>
              <a:rPr lang="en-ID" sz="2000" dirty="0" err="1"/>
              <a:t>enim</a:t>
            </a:r>
            <a:r>
              <a:rPr lang="en-ID" sz="2000" dirty="0"/>
              <a:t> ad minim </a:t>
            </a:r>
            <a:r>
              <a:rPr lang="en-ID" sz="2000" dirty="0" err="1"/>
              <a:t>veniam</a:t>
            </a:r>
            <a:r>
              <a:rPr lang="en-ID" sz="2000" dirty="0"/>
              <a:t>, </a:t>
            </a:r>
            <a:r>
              <a:rPr lang="en-ID" sz="2000" dirty="0" err="1"/>
              <a:t>quis</a:t>
            </a:r>
            <a:r>
              <a:rPr lang="en-ID" sz="2000" dirty="0"/>
              <a:t> </a:t>
            </a:r>
            <a:r>
              <a:rPr lang="en-ID" sz="2000" dirty="0" err="1"/>
              <a:t>nostrud</a:t>
            </a:r>
            <a:r>
              <a:rPr lang="en-ID" sz="2000" dirty="0"/>
              <a:t> exercitation </a:t>
            </a:r>
            <a:r>
              <a:rPr lang="en-ID" sz="2000" dirty="0" err="1"/>
              <a:t>ullamco</a:t>
            </a:r>
            <a:r>
              <a:rPr lang="en-ID" sz="2000" dirty="0"/>
              <a:t> </a:t>
            </a:r>
            <a:r>
              <a:rPr lang="en-ID" sz="2000" dirty="0" err="1"/>
              <a:t>laboris</a:t>
            </a:r>
            <a:r>
              <a:rPr lang="en-ID" sz="2000" dirty="0"/>
              <a:t> nisi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aliquip</a:t>
            </a:r>
            <a:r>
              <a:rPr lang="en-ID" sz="2000" dirty="0"/>
              <a:t> ex </a:t>
            </a:r>
            <a:r>
              <a:rPr lang="en-ID" sz="2000" dirty="0" err="1"/>
              <a:t>ea</a:t>
            </a:r>
            <a:r>
              <a:rPr lang="en-ID" sz="2000" dirty="0"/>
              <a:t> </a:t>
            </a:r>
            <a:r>
              <a:rPr lang="en-ID" sz="2000" dirty="0" err="1"/>
              <a:t>commodo</a:t>
            </a:r>
            <a:r>
              <a:rPr lang="en-ID" sz="2000" dirty="0"/>
              <a:t> </a:t>
            </a:r>
            <a:r>
              <a:rPr lang="en-ID" sz="2000" dirty="0" err="1"/>
              <a:t>consequat</a:t>
            </a:r>
            <a:r>
              <a:rPr lang="en-ID" sz="2000" dirty="0"/>
              <a:t>. Duis </a:t>
            </a:r>
            <a:r>
              <a:rPr lang="en-ID" sz="2000" dirty="0" err="1"/>
              <a:t>aute</a:t>
            </a:r>
            <a:r>
              <a:rPr lang="en-ID" sz="2000" dirty="0"/>
              <a:t> </a:t>
            </a:r>
            <a:r>
              <a:rPr lang="en-ID" sz="2000" dirty="0" err="1"/>
              <a:t>irure</a:t>
            </a:r>
            <a:r>
              <a:rPr lang="en-ID" sz="2000" dirty="0"/>
              <a:t> </a:t>
            </a:r>
            <a:r>
              <a:rPr lang="en-ID" sz="2000" dirty="0" err="1"/>
              <a:t>dolor</a:t>
            </a:r>
            <a:r>
              <a:rPr lang="en-ID" sz="2000" dirty="0"/>
              <a:t> in </a:t>
            </a:r>
            <a:r>
              <a:rPr lang="en-ID" sz="2000" dirty="0" err="1"/>
              <a:t>reprehenderit</a:t>
            </a:r>
            <a:r>
              <a:rPr lang="en-ID" sz="2000" dirty="0"/>
              <a:t> in </a:t>
            </a:r>
            <a:r>
              <a:rPr lang="en-ID" sz="2000" dirty="0" err="1"/>
              <a:t>voluptate</a:t>
            </a:r>
            <a:r>
              <a:rPr lang="en-ID" sz="2000" dirty="0"/>
              <a:t> </a:t>
            </a:r>
            <a:r>
              <a:rPr lang="en-ID" sz="2000" dirty="0" err="1"/>
              <a:t>velit</a:t>
            </a:r>
            <a:r>
              <a:rPr lang="en-ID" sz="2000" dirty="0"/>
              <a:t> </a:t>
            </a:r>
            <a:r>
              <a:rPr lang="en-ID" sz="2000" dirty="0" err="1"/>
              <a:t>esse</a:t>
            </a:r>
            <a:r>
              <a:rPr lang="en-ID" sz="2000" dirty="0"/>
              <a:t> </a:t>
            </a:r>
            <a:r>
              <a:rPr lang="en-ID" sz="2000" dirty="0" err="1"/>
              <a:t>cillum</a:t>
            </a:r>
            <a:r>
              <a:rPr lang="en-ID" sz="2000" dirty="0"/>
              <a:t> dolore </a:t>
            </a:r>
            <a:r>
              <a:rPr lang="en-ID" sz="2000" dirty="0" err="1"/>
              <a:t>eu</a:t>
            </a:r>
            <a:r>
              <a:rPr lang="en-ID" sz="2000" dirty="0"/>
              <a:t> </a:t>
            </a:r>
            <a:r>
              <a:rPr lang="en-ID" sz="2000" dirty="0" err="1"/>
              <a:t>fugiat</a:t>
            </a:r>
            <a:r>
              <a:rPr lang="en-ID" sz="2000" dirty="0"/>
              <a:t> </a:t>
            </a:r>
            <a:r>
              <a:rPr lang="en-ID" sz="2000" dirty="0" err="1"/>
              <a:t>nulla</a:t>
            </a:r>
            <a:r>
              <a:rPr lang="en-ID" sz="2000" dirty="0"/>
              <a:t> </a:t>
            </a:r>
            <a:r>
              <a:rPr lang="en-ID" sz="2000" dirty="0" err="1"/>
              <a:t>pariatur</a:t>
            </a:r>
            <a:r>
              <a:rPr lang="en-ID" sz="2000" dirty="0"/>
              <a:t>. </a:t>
            </a:r>
            <a:r>
              <a:rPr lang="en-ID" sz="2000" dirty="0" err="1"/>
              <a:t>Excepteur</a:t>
            </a:r>
            <a:r>
              <a:rPr lang="en-ID" sz="2000" dirty="0"/>
              <a:t> </a:t>
            </a:r>
            <a:r>
              <a:rPr lang="en-ID" sz="2000" dirty="0" err="1"/>
              <a:t>sint</a:t>
            </a:r>
            <a:r>
              <a:rPr lang="en-ID" sz="2000" dirty="0"/>
              <a:t> </a:t>
            </a:r>
            <a:r>
              <a:rPr lang="en-ID" sz="2000" dirty="0" err="1"/>
              <a:t>occaecat</a:t>
            </a:r>
            <a:r>
              <a:rPr lang="en-ID" sz="2000" dirty="0"/>
              <a:t> </a:t>
            </a:r>
            <a:r>
              <a:rPr lang="en-ID" sz="2000" dirty="0" err="1"/>
              <a:t>cupidatat</a:t>
            </a:r>
            <a:r>
              <a:rPr lang="en-ID" sz="2000" dirty="0"/>
              <a:t> non </a:t>
            </a:r>
            <a:r>
              <a:rPr lang="en-ID" sz="2000" dirty="0" err="1"/>
              <a:t>proident</a:t>
            </a:r>
            <a:r>
              <a:rPr lang="en-ID" sz="2000" dirty="0"/>
              <a:t>, </a:t>
            </a:r>
            <a:r>
              <a:rPr lang="en-ID" sz="2000" dirty="0" err="1"/>
              <a:t>sunt</a:t>
            </a:r>
            <a:r>
              <a:rPr lang="en-ID" sz="2000" dirty="0"/>
              <a:t> in culpa qui </a:t>
            </a:r>
            <a:r>
              <a:rPr lang="en-ID" sz="2000" dirty="0" err="1"/>
              <a:t>officia</a:t>
            </a:r>
            <a:r>
              <a:rPr lang="en-ID" sz="2000" dirty="0"/>
              <a:t> </a:t>
            </a:r>
            <a:r>
              <a:rPr lang="en-ID" sz="2000" dirty="0" err="1"/>
              <a:t>deserunt</a:t>
            </a:r>
            <a:r>
              <a:rPr lang="en-ID" sz="2000" dirty="0"/>
              <a:t> </a:t>
            </a:r>
            <a:r>
              <a:rPr lang="en-ID" sz="2000" dirty="0" err="1"/>
              <a:t>mollit</a:t>
            </a:r>
            <a:r>
              <a:rPr lang="en-ID" sz="2000" dirty="0"/>
              <a:t> </a:t>
            </a:r>
            <a:r>
              <a:rPr lang="en-ID" sz="2000" dirty="0" err="1"/>
              <a:t>anim</a:t>
            </a:r>
            <a:r>
              <a:rPr lang="en-ID" sz="2000" dirty="0"/>
              <a:t> id </a:t>
            </a:r>
            <a:r>
              <a:rPr lang="en-ID" sz="2000" dirty="0" err="1"/>
              <a:t>est</a:t>
            </a:r>
            <a:r>
              <a:rPr lang="en-ID" sz="2000" dirty="0"/>
              <a:t> </a:t>
            </a:r>
            <a:r>
              <a:rPr lang="en-ID" sz="2000" dirty="0" err="1"/>
              <a:t>laborum</a:t>
            </a:r>
            <a:r>
              <a:rPr lang="en-ID" sz="2000" dirty="0"/>
              <a:t>.</a:t>
            </a:r>
            <a:endParaRPr lang="en-US" sz="20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266908-669F-E94F-8FC0-CDF58D651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229" y="-533400"/>
            <a:ext cx="7924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4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265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Sandi benedicta</dc:creator>
  <cp:lastModifiedBy>Erry Sunarli</cp:lastModifiedBy>
  <cp:revision>15</cp:revision>
  <cp:lastPrinted>2024-01-19T08:04:24Z</cp:lastPrinted>
  <dcterms:created xsi:type="dcterms:W3CDTF">2024-01-11T00:03:52Z</dcterms:created>
  <dcterms:modified xsi:type="dcterms:W3CDTF">2024-07-23T07:18:29Z</dcterms:modified>
</cp:coreProperties>
</file>